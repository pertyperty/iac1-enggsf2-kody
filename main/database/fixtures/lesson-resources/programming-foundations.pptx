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e2d117f3ed48e5" /><Relationship Type="http://schemas.openxmlformats.org/officeDocument/2006/relationships/extended-properties" Target="/docProps/app.xml" Id="R32dbeb2744004a26" /><Relationship Type="http://schemas.openxmlformats.org/officeDocument/2006/relationships/officeDocument" Target="/ppt/presentation.xml" Id="R27a1dbeeb3644e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eddaafa4534696"/>
  </p:sldMasterIdLst>
  <p:notesMasterIdLst>
    <p:notesMasterId xmlns:r="http://schemas.openxmlformats.org/officeDocument/2006/relationships" r:id="R07781fefa93e43e0"/>
  </p:notesMasterIdLst>
  <p:sldIdLst>
    <p:sldId xmlns:r="http://schemas.openxmlformats.org/officeDocument/2006/relationships" id="256" r:id="R320539cc4d4744f2"/>
    <p:sldId xmlns:r="http://schemas.openxmlformats.org/officeDocument/2006/relationships" id="257" r:id="R1ec96e2963724c03"/>
    <p:sldId xmlns:r="http://schemas.openxmlformats.org/officeDocument/2006/relationships" id="258" r:id="R9586dd049f7f41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af0a6ee12f4abb" /><Relationship Type="http://schemas.openxmlformats.org/officeDocument/2006/relationships/slideMaster" Target="/ppt/slideMasters/slideMaster1.xml" Id="R46eddaafa4534696" /><Relationship Type="http://schemas.openxmlformats.org/officeDocument/2006/relationships/notesMaster" Target="/ppt/notesMasters/notesMaster1.xml" Id="R07781fefa93e43e0" /><Relationship Type="http://schemas.openxmlformats.org/officeDocument/2006/relationships/presProps" Target="/ppt/presProps.xml" Id="Rb849c799f8a04049" /><Relationship Type="http://schemas.openxmlformats.org/officeDocument/2006/relationships/tableStyles" Target="/ppt/tableStyles.xml" Id="Rd7af2096bcc94d47" /><Relationship Type="http://schemas.openxmlformats.org/officeDocument/2006/relationships/slide" Target="/ppt/slides/slide1.xml" Id="R320539cc4d4744f2" /><Relationship Type="http://schemas.openxmlformats.org/officeDocument/2006/relationships/slide" Target="/ppt/slides/slide2.xml" Id="R1ec96e2963724c03" /><Relationship Type="http://schemas.openxmlformats.org/officeDocument/2006/relationships/slide" Target="/ppt/slides/slide3.xml" Id="R9586dd049f7f41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5a6aeb797447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beb0537c19416b" /><Relationship Type="http://schemas.openxmlformats.org/officeDocument/2006/relationships/notesMaster" Target="/ppt/notesMasters/notesMaster1.xml" Id="Rb472008752f747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f8ffe7ef0b4569" /><Relationship Type="http://schemas.openxmlformats.org/officeDocument/2006/relationships/notesMaster" Target="/ppt/notesMasters/notesMaster1.xml" Id="R39f8cacbbfc44a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54d3e843334c03" /><Relationship Type="http://schemas.openxmlformats.org/officeDocument/2006/relationships/notesMaster" Target="/ppt/notesMasters/notesMaster1.xml" Id="R008ecdd6248e45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bd7015417b49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cd5281b226489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90bc76ecc14c4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07842221a3417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180b0bf2be4ac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55a9725d6048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631E98-642C-43E4-B2F3-E92914005C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D2D8F5D-68C1-4011-A336-B73B2BB16DB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F4AEE54-1E3C-4016-B86B-1C9025267B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5A0EA7-7CDE-487C-9D88-F086D582FA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AD564F6-D1D5-4F16-9420-4404684915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1AC736-1363-4E9A-BDCA-74AF1DF9E8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8F83F04-9F24-47CC-8B2A-D5408FC2D0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838996F-7DBB-4FAC-936F-8B447C20E8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D706D7-23CE-4F56-97F0-B7D8DCDA4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B1F6BB-AB1C-480D-B6B8-D5CD3D372C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99dd26b70a4825" /><Relationship Type="http://schemas.openxmlformats.org/officeDocument/2006/relationships/slideLayout" Target="/ppt/slideLayouts/slideLayout1.xml" Id="R9ee77c16d03a4015" /><Relationship Type="http://schemas.openxmlformats.org/officeDocument/2006/relationships/slideLayout" Target="/ppt/slideLayouts/slideLayout2.xml" Id="R5a972ddda3404e32" /><Relationship Type="http://schemas.openxmlformats.org/officeDocument/2006/relationships/slideLayout" Target="/ppt/slideLayouts/slideLayout3.xml" Id="Rb7b6d37ceeb84f00" /><Relationship Type="http://schemas.openxmlformats.org/officeDocument/2006/relationships/slideLayout" Target="/ppt/slideLayouts/slideLayout4.xml" Id="R93dec669019f42c9" /><Relationship Type="http://schemas.openxmlformats.org/officeDocument/2006/relationships/slideLayout" Target="/ppt/slideLayouts/slideLayout5.xml" Id="Rabecc082baf2429f" /><Relationship Type="http://schemas.openxmlformats.org/officeDocument/2006/relationships/slideLayout" Target="/ppt/slideLayouts/slideLayout6.xml" Id="R451db318b8c449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e77c16d03a4015"/>
    <p:sldLayoutId xmlns:r="http://schemas.openxmlformats.org/officeDocument/2006/relationships" id="2147483650" r:id="R5a972ddda3404e32"/>
    <p:sldLayoutId xmlns:r="http://schemas.openxmlformats.org/officeDocument/2006/relationships" id="2147483651" r:id="Rb7b6d37ceeb84f00"/>
    <p:sldLayoutId xmlns:r="http://schemas.openxmlformats.org/officeDocument/2006/relationships" id="2147483652" r:id="R93dec669019f42c9"/>
    <p:sldLayoutId xmlns:r="http://schemas.openxmlformats.org/officeDocument/2006/relationships" id="2147483653" r:id="Rabecc082baf2429f"/>
    <p:sldLayoutId xmlns:r="http://schemas.openxmlformats.org/officeDocument/2006/relationships" id="2147483654" r:id="R451db318b8c449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f0c3cf8aaf4bab" /><Relationship Type="http://schemas.openxmlformats.org/officeDocument/2006/relationships/notesSlide" Target="/ppt/notesSlides/notesSlide1.xml" Id="Rbdc441df3d504e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1a822a55924b6f" /><Relationship Type="http://schemas.openxmlformats.org/officeDocument/2006/relationships/notesSlide" Target="/ppt/notesSlides/notesSlide2.xml" Id="Redd7b5ffee7146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4789cb8cde4a9a" /><Relationship Type="http://schemas.openxmlformats.org/officeDocument/2006/relationships/notesSlide" Target="/ppt/notesSlides/notesSlide3.xml" Id="R650a3ba5f1654e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2FB02-2C4C-450E-87AF-B3E95321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315FC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5FC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5FC4"/>
                </a:solidFill>
                <a:latin typeface="Arial"/>
                <a:ea typeface="Arial"/>
                <a:cs typeface="Arial"/>
              </a:rPr>
              <a:t>KODY  /  PROGRAMMING 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3EE9D-D676-4EF1-99A3-37F2827C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2A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A4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A46"/>
                </a:solidFill>
                <a:latin typeface="Arial"/>
                <a:ea typeface="Arial"/>
                <a:cs typeface="Arial"/>
              </a:rPr>
              <a:t>Instructions and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7EE8D-4106-49F3-BECB-267A9A7C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0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078"/>
                </a:solidFill>
                <a:latin typeface="Arial"/>
                <a:ea typeface="Arial"/>
                <a:cs typeface="Arial"/>
              </a:rPr>
              <a:t>Trace a value before pressing 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05651-5BB0-45CE-A620-39299C9F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9537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8EFFF"/>
          </a:solidFill>
          <a:ln xmlns:a="http://schemas.openxmlformats.org/drawingml/2006/main" w="9525">
            <a:solidFill>
              <a:srgbClr val="C5D7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EDD67-3B2C-49AF-B0C0-E4E33C1A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10382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8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8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873"/>
                </a:solidFill>
                <a:latin typeface="Arial"/>
                <a:ea typeface="Arial"/>
                <a:cs typeface="Arial"/>
              </a:rPr>
              <a:t>Start: score = 3</a:t>
            </a:r>
          </a:p>
          <a:p xmlns:a="http://schemas.openxmlformats.org/drawingml/2006/main">
            <a:pPr>
              <a:defRPr sz="2250" b="0">
                <a:solidFill>
                  <a:srgbClr val="1838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873"/>
                </a:solidFill>
                <a:latin typeface="Arial"/>
                <a:ea typeface="Arial"/>
                <a:cs typeface="Arial"/>
              </a:rPr>
              <a:t>add 2 → score = 5</a:t>
            </a:r>
          </a:p>
          <a:p xmlns:a="http://schemas.openxmlformats.org/drawingml/2006/main">
            <a:pPr>
              <a:defRPr sz="2250" b="0">
                <a:solidFill>
                  <a:srgbClr val="1838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873"/>
                </a:solidFill>
                <a:latin typeface="Arial"/>
                <a:ea typeface="Arial"/>
                <a:cs typeface="Arial"/>
              </a:rPr>
              <a:t>multiply 4 → score =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C1CB8-80B5-4FEC-8F31-DCEC7EBC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2A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A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A46"/>
                </a:solidFill>
                <a:latin typeface="Arial"/>
                <a:ea typeface="Arial"/>
                <a:cs typeface="Arial"/>
              </a:rPr>
              <a:t>Change the order. What result do you predict?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C8036-02D8-4E90-B6B3-0892AD45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0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8"/>
                </a:solidFill>
                <a:latin typeface="Arial"/>
                <a:ea typeface="Arial"/>
                <a:cs typeface="Arial"/>
              </a:rPr>
              <a:t>Original Kody exercises  ·  1 / 3</a:t>
            </a:r>
          </a:p>
        </p:txBody>
      </p:sp>
    </p:spTree>
    <p:extLst>
      <p:ext uri="{BB962C8B-B14F-4D97-AF65-F5344CB8AC3E}">
        <p14:creationId xmlns:p14="http://schemas.microsoft.com/office/powerpoint/2010/main" val="9143106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A2F83-6509-4915-A4F9-3D9B075C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315FC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5FC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5FC4"/>
                </a:solidFill>
                <a:latin typeface="Arial"/>
                <a:ea typeface="Arial"/>
                <a:cs typeface="Arial"/>
              </a:rPr>
              <a:t>KODY  /  PROGRAMMING 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DCE81-9E3B-4795-BE6C-D0214217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2A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A4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A46"/>
                </a:solidFill>
                <a:latin typeface="Arial"/>
                <a:ea typeface="Arial"/>
                <a:cs typeface="Arial"/>
              </a:rPr>
              <a:t>Boolean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9C6E5-19B2-4E81-B2C4-29368FAA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0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078"/>
                </a:solidFill>
                <a:latin typeface="Arial"/>
                <a:ea typeface="Arial"/>
                <a:cs typeface="Arial"/>
              </a:rPr>
              <a:t>Combine inputs into one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1B31F-6AF8-4D44-8521-D5DAD521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9537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8EFFF"/>
          </a:solidFill>
          <a:ln xmlns:a="http://schemas.openxmlformats.org/drawingml/2006/main" w="9525">
            <a:solidFill>
              <a:srgbClr val="C5D7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95E45-5BA8-40EF-B085-D6A1D191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10382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8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8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873"/>
                </a:solidFill>
                <a:latin typeface="Arial"/>
                <a:ea typeface="Arial"/>
                <a:cs typeface="Arial"/>
              </a:rPr>
              <a:t>AND → every input is on</a:t>
            </a:r>
          </a:p>
          <a:p xmlns:a="http://schemas.openxmlformats.org/drawingml/2006/main">
            <a:pPr>
              <a:defRPr sz="2250" b="0">
                <a:solidFill>
                  <a:srgbClr val="1838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873"/>
                </a:solidFill>
                <a:latin typeface="Arial"/>
                <a:ea typeface="Arial"/>
                <a:cs typeface="Arial"/>
              </a:rPr>
              <a:t>OR → at least one input is on</a:t>
            </a:r>
          </a:p>
          <a:p xmlns:a="http://schemas.openxmlformats.org/drawingml/2006/main">
            <a:pPr>
              <a:defRPr sz="2250" b="0">
                <a:solidFill>
                  <a:srgbClr val="1838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873"/>
                </a:solidFill>
                <a:latin typeface="Arial"/>
                <a:ea typeface="Arial"/>
                <a:cs typeface="Arial"/>
              </a:rPr>
              <a:t>XOR → an odd number is 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88DC1E-2381-493D-8E36-CF9AC84A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2A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A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A46"/>
                </a:solidFill>
                <a:latin typeface="Arial"/>
                <a:ea typeface="Arial"/>
                <a:cs typeface="Arial"/>
              </a:rPr>
              <a:t>Try three inputs: true, false, true. Predict each gate.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1E945-CC13-434F-A42B-7B6CD549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0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8"/>
                </a:solidFill>
                <a:latin typeface="Arial"/>
                <a:ea typeface="Arial"/>
                <a:cs typeface="Arial"/>
              </a:rPr>
              <a:t>Original Kody exercises  ·  2 / 3</a:t>
            </a:r>
          </a:p>
        </p:txBody>
      </p:sp>
    </p:spTree>
    <p:extLst>
      <p:ext uri="{BB962C8B-B14F-4D97-AF65-F5344CB8AC3E}">
        <p14:creationId xmlns:p14="http://schemas.microsoft.com/office/powerpoint/2010/main" val="19254407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E9417-77EC-4F49-AE70-EB306CF2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315FC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5FC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5FC4"/>
                </a:solidFill>
                <a:latin typeface="Arial"/>
                <a:ea typeface="Arial"/>
                <a:cs typeface="Arial"/>
              </a:rPr>
              <a:t>KODY  /  PROGRAMMING 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66126-BA4E-44E3-ADF8-FA539DB6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2A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A4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A46"/>
                </a:solidFill>
                <a:latin typeface="Arial"/>
                <a:ea typeface="Arial"/>
                <a:cs typeface="Arial"/>
              </a:rPr>
              <a:t>Strings and stacks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439A6-9606-45D9-9CA7-5A0A73D7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0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078"/>
                </a:solidFill>
                <a:latin typeface="Arial"/>
                <a:ea typeface="Arial"/>
                <a:cs typeface="Arial"/>
              </a:rPr>
              <a:t>Track each transformation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763C8-2F92-4568-ACFD-E6DF4201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9537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8EFFF"/>
          </a:solidFill>
          <a:ln xmlns:a="http://schemas.openxmlformats.org/drawingml/2006/main" w="9525">
            <a:solidFill>
              <a:srgbClr val="C5D7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A7374-8269-4CA6-A3F6-E5198A7C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10382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8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8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873"/>
                </a:solidFill>
                <a:latin typeface="Arial"/>
                <a:ea typeface="Arial"/>
                <a:cs typeface="Arial"/>
              </a:rPr>
              <a:t>"  code  " → trim → "code"</a:t>
            </a:r>
          </a:p>
          <a:p xmlns:a="http://schemas.openxmlformats.org/drawingml/2006/main">
            <a:pPr>
              <a:defRPr sz="2250" b="0">
                <a:solidFill>
                  <a:srgbClr val="1838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873"/>
                </a:solidFill>
                <a:latin typeface="Arial"/>
                <a:ea typeface="Arial"/>
                <a:cs typeface="Arial"/>
              </a:rPr>
              <a:t>upper → "CODE" → reverse → "EDOC"</a:t>
            </a:r>
          </a:p>
          <a:p xmlns:a="http://schemas.openxmlformats.org/drawingml/2006/main">
            <a:pPr>
              <a:defRPr sz="2250" b="0">
                <a:solidFill>
                  <a:srgbClr val="1838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873"/>
                </a:solidFill>
                <a:latin typeface="Arial"/>
                <a:ea typeface="Arial"/>
                <a:cs typeface="Arial"/>
              </a:rPr>
              <a:t>[1, 2] → push 3 → [1, 2, 3] → pop → [1, 2]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979C6-FDD2-4F25-A95A-F9A1F814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2A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A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A46"/>
                </a:solidFill>
                <a:latin typeface="Arial"/>
                <a:ea typeface="Arial"/>
                <a:cs typeface="Arial"/>
              </a:rPr>
              <a:t>The rightmost stack value is the top. Explain why pop removes 3.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A04FD-53F7-4B7B-8998-FCDC7008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0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8"/>
                </a:solidFill>
                <a:latin typeface="Arial"/>
                <a:ea typeface="Arial"/>
                <a:cs typeface="Arial"/>
              </a:rPr>
              <a:t>Original Kody exercises  ·  3 / 3</a:t>
            </a:r>
          </a:p>
        </p:txBody>
      </p:sp>
    </p:spTree>
    <p:extLst>
      <p:ext uri="{BB962C8B-B14F-4D97-AF65-F5344CB8AC3E}">
        <p14:creationId xmlns:p14="http://schemas.microsoft.com/office/powerpoint/2010/main" val="7538347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2026-10-11T03:49:25.0760000Z</dcterms:created>
  <dcterms:modified xsi:type="dcterms:W3CDTF">2026-10-11T03:49:25.0760000Z</dcterms:modified>
</coreProperties>
</file>